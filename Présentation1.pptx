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597" autoAdjust="0"/>
  </p:normalViewPr>
  <p:slideViewPr>
    <p:cSldViewPr snapToGrid="0">
      <p:cViewPr>
        <p:scale>
          <a:sx n="33" d="100"/>
          <a:sy n="33" d="100"/>
        </p:scale>
        <p:origin x="275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3242DC-68E3-5801-B2B9-881676620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E4124D-B168-2099-F792-9F27DCF37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8F6CFC-CFE2-3605-9C50-53FDCDE6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B499AB-DE1C-35A6-D31C-E6A3910D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082A6A-F323-C3FB-ADE7-88D2E052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52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69F11-BAF6-0356-663D-F2299CDF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BDCC31-9F95-7CCF-42B0-0D37196E6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60DECD-DCEE-F668-1E66-BA8DBBCE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6788DA-238E-B379-A9D5-467816D6B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4A1717-A48D-D1BA-2688-36BBBCE6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94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319AD-7689-588D-7499-125024424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5288FE-BB60-17D5-6CDE-F75193BF7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8BFE46-B161-DDDA-8C4E-038DDB40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C286B3-65D3-6322-CF65-5CA40563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879958-D0CB-2A9E-DC68-AAF0E097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5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3756B-002E-11F6-7832-B9A4FB8E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E12C24-1CDF-885B-529F-2319856E7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3AE328-71F1-E267-2FF5-B45B051FD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CEF7BF-44AB-1C3B-F65F-DE6B68EC2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89BC1B-C38B-10EA-FC89-5E61A17C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7F34A3-62CB-49A5-EF6D-CC9E8D15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903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BED917-CE1C-E0B5-8822-FB6DCD49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B8110C-D1E2-56BD-ABC8-13279EB03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173FC1-5313-EFD6-BD7B-D78623116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036223-26A5-B3E8-6203-12A2B57CA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DC7052-61CB-B18A-1292-25C12B514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0D6D90-BADE-DFEA-2A9C-73513855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E5EDE7C-EF8B-36DA-2B2E-3D39C5A9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AC76FBD-FD4A-2334-9197-26986313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03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317517-E5FE-3988-E8B0-B4F7959D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734D3A6-D1BD-0A9F-A01F-188F0C03E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CED84F-48B9-B974-57EB-1FC814CD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5437D9-B46A-F366-197C-0ADE26A2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20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3DEEEA-D0B8-AF10-8015-B08DA360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A707AB9-8EDD-B639-8188-F183FF02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FAD2C7-7469-4589-82C9-00FDD802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8694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91C15B-2E51-A67D-62DF-D6BC8469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2C91CF-3FC4-8C18-267E-37A6278B6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974F73B-2D03-941C-2800-B63FD546F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ADA1D8-4C7B-D43E-F463-2414DF44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B67F78-231A-6236-2B35-6B61F15C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D3B682-77A8-EF06-D010-868DFE9B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90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6461B7-209D-7931-EEA0-8BCD92A3F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1FC2BC0-305D-3B19-9241-AAB5C3320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7F1D32-12D2-21A6-03C6-FBEF6910D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092BF0-EE2E-FBC5-E45C-4565B3B8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4CD774-CDD6-FA2F-0ADC-1F4CC989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C7C02E-4E89-3D6A-9489-095CB48C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74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7CCE57-0E0A-0A0D-6C54-9119A36A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F2955A-5C04-DD17-8757-369EDF76B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080729-E488-A1D0-FDB7-0F82760F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FDBA7F-2639-13A8-2098-097A785A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9F3B66-2115-30D2-2358-C24C4E6F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027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8D942CC-8DFC-D222-2732-B911ADE64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B1F921F-F271-5806-88E2-BE4B7B934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ADA9C0-8FAB-BB13-88C9-D193656E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A5EE8F-07B8-9C5A-D69A-A30B78901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CA414B-A70E-716F-8ECA-8DDC1A79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394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0834118-1C23-A5BA-5629-C667B65F0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2872ED-4C97-1138-CAA8-EFED04170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5D46FB-6E64-1BD1-C4BB-E208020F2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6E799-6B3D-4FA1-A62B-A3FEC70D836C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F96CCA-9FC8-716F-544C-8AAFDC8BB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95BE01-6CC7-D4BC-F841-0A8499EB0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22E07-734D-4CAE-AFC2-CDA03180CE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21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17/06/relationships/model3d" Target="../media/model3d1.glb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17/06/relationships/model3d" Target="../media/model3d1.glb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17/06/relationships/model3d" Target="../media/model3d2.glb"/><Relationship Id="rId5" Type="http://schemas.openxmlformats.org/officeDocument/2006/relationships/image" Target="../media/image4.png"/><Relationship Id="rId4" Type="http://schemas.microsoft.com/office/2017/06/relationships/model3d" Target="../media/model3d1.glb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17/06/relationships/model3d" Target="../media/model3d2.glb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microsoft.com/office/2017/06/relationships/model3d" Target="../media/model3d2.glb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17/06/relationships/model3d" Target="../media/model3d2.glb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microsoft.com/office/2017/06/relationships/model3d" Target="../media/model3d2.glb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microsoft.com/office/2017/06/relationships/model3d" Target="../media/model3d2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846B72-B9EA-2EAD-4A54-02BCC2E584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9400" y="-339523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5C9B480-3C10-4695-389F-985EDF868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167" y="-484668"/>
            <a:ext cx="7827336" cy="78273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EC6C81-AB5E-1D30-8713-4A15ADCF2204}"/>
              </a:ext>
            </a:extLst>
          </p:cNvPr>
          <p:cNvSpPr/>
          <p:nvPr/>
        </p:nvSpPr>
        <p:spPr>
          <a:xfrm>
            <a:off x="3844297" y="-2785759"/>
            <a:ext cx="60407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ADOU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AA7F6F-9EF5-4E0E-ABA9-E6A2EF5D2DA2}"/>
              </a:ext>
            </a:extLst>
          </p:cNvPr>
          <p:cNvSpPr/>
          <p:nvPr/>
        </p:nvSpPr>
        <p:spPr>
          <a:xfrm>
            <a:off x="15738636" y="3568585"/>
            <a:ext cx="22974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KANLE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2E4313-5023-EB69-C9E5-A6A32D5721CA}"/>
              </a:ext>
            </a:extLst>
          </p:cNvPr>
          <p:cNvSpPr/>
          <p:nvPr/>
        </p:nvSpPr>
        <p:spPr>
          <a:xfrm>
            <a:off x="-4542137" y="2505670"/>
            <a:ext cx="1761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TAKY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0BF9EB-7DBE-0508-A8CE-CEDF7EF70486}"/>
              </a:ext>
            </a:extLst>
          </p:cNvPr>
          <p:cNvSpPr/>
          <p:nvPr/>
        </p:nvSpPr>
        <p:spPr>
          <a:xfrm>
            <a:off x="4997058" y="7487813"/>
            <a:ext cx="29640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KOUAME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7450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50"/>
    </mc:Choice>
    <mc:Fallback>
      <p:transition spd="slow" advClick="0" advTm="25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3233-7AF3-28F9-F9E5-5797C004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C7BB49-9F23-E34B-49E2-2D2BCC88E8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9400" y="-339523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68FF550-1BF5-9A05-69E3-7B9D6FD52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167" y="-484668"/>
            <a:ext cx="7827336" cy="78273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3C221A-6654-78CF-D0BE-2193817AE2A8}"/>
              </a:ext>
            </a:extLst>
          </p:cNvPr>
          <p:cNvSpPr/>
          <p:nvPr/>
        </p:nvSpPr>
        <p:spPr>
          <a:xfrm>
            <a:off x="3729734" y="686529"/>
            <a:ext cx="60407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ADOU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84BF82-52D5-E863-6B66-B56E21C99DF6}"/>
              </a:ext>
            </a:extLst>
          </p:cNvPr>
          <p:cNvSpPr/>
          <p:nvPr/>
        </p:nvSpPr>
        <p:spPr>
          <a:xfrm>
            <a:off x="14180678" y="2885292"/>
            <a:ext cx="22974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KANLE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F2E569-BDD5-392F-BAC5-791ECC32036D}"/>
              </a:ext>
            </a:extLst>
          </p:cNvPr>
          <p:cNvSpPr/>
          <p:nvPr/>
        </p:nvSpPr>
        <p:spPr>
          <a:xfrm>
            <a:off x="-3846792" y="-2727366"/>
            <a:ext cx="1761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TAKY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2770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CDCE2-481D-2E9A-F7FC-2124EDD9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D0D8E4-EEAC-17C5-336E-B00CC9F155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9400" y="-339523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72C08C6-F50A-B08F-5479-FCA89A2CD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167" y="-484668"/>
            <a:ext cx="7827336" cy="78273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2D6C80-CE72-7D1F-7CFB-9618373719F8}"/>
              </a:ext>
            </a:extLst>
          </p:cNvPr>
          <p:cNvSpPr/>
          <p:nvPr/>
        </p:nvSpPr>
        <p:spPr>
          <a:xfrm>
            <a:off x="3729734" y="686529"/>
            <a:ext cx="60407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ADOU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F0C0EE-AC1A-9E07-AEAB-A3563B321839}"/>
              </a:ext>
            </a:extLst>
          </p:cNvPr>
          <p:cNvSpPr/>
          <p:nvPr/>
        </p:nvSpPr>
        <p:spPr>
          <a:xfrm>
            <a:off x="7349633" y="2987620"/>
            <a:ext cx="22974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KANLE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1ECB8-79BD-2AAD-CE5D-53227C40B336}"/>
              </a:ext>
            </a:extLst>
          </p:cNvPr>
          <p:cNvSpPr/>
          <p:nvPr/>
        </p:nvSpPr>
        <p:spPr>
          <a:xfrm>
            <a:off x="-3010213" y="2739579"/>
            <a:ext cx="1761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TAKY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1C7727-25C0-9B5B-D20C-184F8E8771F2}"/>
              </a:ext>
            </a:extLst>
          </p:cNvPr>
          <p:cNvSpPr/>
          <p:nvPr/>
        </p:nvSpPr>
        <p:spPr>
          <a:xfrm>
            <a:off x="5534328" y="8442246"/>
            <a:ext cx="29640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KOUAME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3689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9E3D-9957-5F7B-ED87-512FCF380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5FAA40-8A23-547F-02A4-BDC3B67D35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9400" y="-339523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1E7355E-8DB1-3C31-20BB-45ED2A05A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167" y="-484668"/>
            <a:ext cx="7827336" cy="78273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A54566-977D-2AA8-0AA9-ADB084412E04}"/>
              </a:ext>
            </a:extLst>
          </p:cNvPr>
          <p:cNvSpPr/>
          <p:nvPr/>
        </p:nvSpPr>
        <p:spPr>
          <a:xfrm>
            <a:off x="3729734" y="686529"/>
            <a:ext cx="60407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ADOU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B92E4A-9CA9-4FE3-6F4B-948AD50DB6A7}"/>
              </a:ext>
            </a:extLst>
          </p:cNvPr>
          <p:cNvSpPr/>
          <p:nvPr/>
        </p:nvSpPr>
        <p:spPr>
          <a:xfrm>
            <a:off x="7349633" y="2987620"/>
            <a:ext cx="22974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KANLE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988F4-BA2A-8A45-F60D-BA400BD397DF}"/>
              </a:ext>
            </a:extLst>
          </p:cNvPr>
          <p:cNvSpPr/>
          <p:nvPr/>
        </p:nvSpPr>
        <p:spPr>
          <a:xfrm>
            <a:off x="-3010213" y="2739579"/>
            <a:ext cx="1761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TAKY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63847-C173-4C39-9FE9-5984A3E02AF4}"/>
              </a:ext>
            </a:extLst>
          </p:cNvPr>
          <p:cNvSpPr/>
          <p:nvPr/>
        </p:nvSpPr>
        <p:spPr>
          <a:xfrm>
            <a:off x="5268109" y="4827046"/>
            <a:ext cx="29640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KOUAME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6503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C513-7D3F-067A-E87E-7998D9CF5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C0B3FB-0B22-FE1A-F053-1D2F4EF8D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9400" y="-339523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649B608-CE3C-46B5-306E-B0ADEFC11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167" y="-484668"/>
            <a:ext cx="7827336" cy="78273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358550-6B41-1B1A-E6DF-2107DA6CE4CE}"/>
              </a:ext>
            </a:extLst>
          </p:cNvPr>
          <p:cNvSpPr/>
          <p:nvPr/>
        </p:nvSpPr>
        <p:spPr>
          <a:xfrm>
            <a:off x="3729734" y="686529"/>
            <a:ext cx="60407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ADOU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95E84-9F3B-9C5C-53CC-AC4618D1B4DA}"/>
              </a:ext>
            </a:extLst>
          </p:cNvPr>
          <p:cNvSpPr/>
          <p:nvPr/>
        </p:nvSpPr>
        <p:spPr>
          <a:xfrm>
            <a:off x="7349633" y="2987620"/>
            <a:ext cx="22974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KANLE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663E3-AAB7-DCA0-92B7-338E4FFAD838}"/>
              </a:ext>
            </a:extLst>
          </p:cNvPr>
          <p:cNvSpPr/>
          <p:nvPr/>
        </p:nvSpPr>
        <p:spPr>
          <a:xfrm>
            <a:off x="3961550" y="2936653"/>
            <a:ext cx="1761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TAKY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B55C01-04AC-CB81-ED1F-7E9F9F484C49}"/>
              </a:ext>
            </a:extLst>
          </p:cNvPr>
          <p:cNvSpPr/>
          <p:nvPr/>
        </p:nvSpPr>
        <p:spPr>
          <a:xfrm>
            <a:off x="5268109" y="4827046"/>
            <a:ext cx="29640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KOUAME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7B418-D11C-B8BD-0293-E5517BAB45E3}"/>
              </a:ext>
            </a:extLst>
          </p:cNvPr>
          <p:cNvSpPr/>
          <p:nvPr/>
        </p:nvSpPr>
        <p:spPr>
          <a:xfrm>
            <a:off x="-477583" y="-1533512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0441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E8B8-4689-5AD4-A522-18CF7E8E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0F073E-177F-3FD0-C8C4-B3D67FE01F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9400" y="-339523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512DF0A1-9610-CDA3-2EEA-B73A07A026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472453"/>
                  </p:ext>
                </p:extLst>
              </p:nvPr>
            </p:nvGraphicFramePr>
            <p:xfrm>
              <a:off x="7797122" y="1576671"/>
              <a:ext cx="4394878" cy="395981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394878" cy="3959810"/>
                    </a:xfrm>
                    <a:prstGeom prst="rect">
                      <a:avLst/>
                    </a:prstGeom>
                  </am3d:spPr>
                  <am3d:camera>
                    <am3d:pos x="0" y="0" z="667724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188850" ay="217575" az="28940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512DF0A1-9610-CDA3-2EEA-B73A07A026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97122" y="1576671"/>
                <a:ext cx="4394878" cy="395981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age 10">
            <a:extLst>
              <a:ext uri="{FF2B5EF4-FFF2-40B4-BE49-F238E27FC236}">
                <a16:creationId xmlns:a16="http://schemas.microsoft.com/office/drawing/2014/main" id="{1C61F8DB-BE5B-8B9B-60FC-588C9C105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586" y="-339523"/>
            <a:ext cx="7827336" cy="78273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B2BC81-18FC-9BC9-62E5-9E957A16980D}"/>
              </a:ext>
            </a:extLst>
          </p:cNvPr>
          <p:cNvSpPr/>
          <p:nvPr/>
        </p:nvSpPr>
        <p:spPr>
          <a:xfrm>
            <a:off x="7158153" y="831674"/>
            <a:ext cx="60407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ADOU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5B328C-129D-5CA0-AB08-960720189B2B}"/>
              </a:ext>
            </a:extLst>
          </p:cNvPr>
          <p:cNvSpPr/>
          <p:nvPr/>
        </p:nvSpPr>
        <p:spPr>
          <a:xfrm>
            <a:off x="10778052" y="3132765"/>
            <a:ext cx="22974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KANLE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DBA156-3551-2938-7B69-6C714E4E4372}"/>
              </a:ext>
            </a:extLst>
          </p:cNvPr>
          <p:cNvSpPr/>
          <p:nvPr/>
        </p:nvSpPr>
        <p:spPr>
          <a:xfrm>
            <a:off x="7389969" y="3081798"/>
            <a:ext cx="1761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TAKY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CF334D-71CC-6561-A9CC-6DF264771C7A}"/>
              </a:ext>
            </a:extLst>
          </p:cNvPr>
          <p:cNvSpPr/>
          <p:nvPr/>
        </p:nvSpPr>
        <p:spPr>
          <a:xfrm>
            <a:off x="8696528" y="4972191"/>
            <a:ext cx="29640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KOUAME</a:t>
            </a:r>
            <a:endParaRPr lang="fr-FR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13BF99-AB66-6AD4-C088-186EA96E0115}"/>
              </a:ext>
            </a:extLst>
          </p:cNvPr>
          <p:cNvSpPr/>
          <p:nvPr/>
        </p:nvSpPr>
        <p:spPr>
          <a:xfrm>
            <a:off x="0" y="-220471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5235C-9B6D-514A-0D5E-735B70739D73}"/>
              </a:ext>
            </a:extLst>
          </p:cNvPr>
          <p:cNvSpPr/>
          <p:nvPr/>
        </p:nvSpPr>
        <p:spPr>
          <a:xfrm>
            <a:off x="14062954" y="3147316"/>
            <a:ext cx="897592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</p:spTree>
    <p:extLst>
      <p:ext uri="{BB962C8B-B14F-4D97-AF65-F5344CB8AC3E}">
        <p14:creationId xmlns:p14="http://schemas.microsoft.com/office/powerpoint/2010/main" val="436228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A4E4-8CCB-C4E9-EE3B-FEF49160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èle 3D 11">
                <a:extLst>
                  <a:ext uri="{FF2B5EF4-FFF2-40B4-BE49-F238E27FC236}">
                    <a16:creationId xmlns:a16="http://schemas.microsoft.com/office/drawing/2014/main" id="{92E87118-6D40-04A2-6B68-6091F6D34C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6084657"/>
                  </p:ext>
                </p:extLst>
              </p:nvPr>
            </p:nvGraphicFramePr>
            <p:xfrm>
              <a:off x="6096000" y="3429000"/>
              <a:ext cx="381250" cy="41167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81250" cy="411678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3256684" ay="-1740147" az="203925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233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èle 3D 11">
                <a:extLst>
                  <a:ext uri="{FF2B5EF4-FFF2-40B4-BE49-F238E27FC236}">
                    <a16:creationId xmlns:a16="http://schemas.microsoft.com/office/drawing/2014/main" id="{92E87118-6D40-04A2-6B68-6091F6D34C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3429000"/>
                <a:ext cx="381250" cy="411678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F19B22B-141E-48EC-C972-566547D353AB}"/>
              </a:ext>
            </a:extLst>
          </p:cNvPr>
          <p:cNvSpPr>
            <a:spLocks/>
          </p:cNvSpPr>
          <p:nvPr/>
        </p:nvSpPr>
        <p:spPr>
          <a:xfrm>
            <a:off x="-279400" y="-339523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85BA77F7-0F1C-5BFD-46FC-B88896A93FB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75240609"/>
                  </p:ext>
                </p:extLst>
              </p:nvPr>
            </p:nvGraphicFramePr>
            <p:xfrm>
              <a:off x="345735" y="1459938"/>
              <a:ext cx="4771014" cy="4415567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771014" cy="4415567"/>
                    </a:xfrm>
                    <a:prstGeom prst="rect">
                      <a:avLst/>
                    </a:prstGeom>
                  </am3d:spPr>
                  <am3d:camera>
                    <am3d:pos x="4494" y="461566" z="66772477"/>
                    <am3d:up dx="0" dy="36000000" dz="0"/>
                    <am3d:lookAt x="4494" y="461566" z="0"/>
                    <am3d:perspective fov="671828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54039" ay="1652938" az="3190703"/>
                    <am3d:postTrans dx="0" dy="0" dz="0"/>
                  </am3d:trans>
                  <am3d:raster rName="Office3DRenderer" rVer="16.0.8326">
                    <am3d:blip r:embed="rId5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85BA77F7-0F1C-5BFD-46FC-B88896A93F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735" y="1459938"/>
                <a:ext cx="4771014" cy="44155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95E55F2-37B4-C428-26C7-91D9902CF795}"/>
              </a:ext>
            </a:extLst>
          </p:cNvPr>
          <p:cNvSpPr/>
          <p:nvPr/>
        </p:nvSpPr>
        <p:spPr>
          <a:xfrm>
            <a:off x="0" y="-220471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168AF6-85C3-FF13-D175-FCE603E9A60F}"/>
              </a:ext>
            </a:extLst>
          </p:cNvPr>
          <p:cNvSpPr/>
          <p:nvPr/>
        </p:nvSpPr>
        <p:spPr>
          <a:xfrm>
            <a:off x="4487964" y="2575486"/>
            <a:ext cx="897592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</p:spTree>
    <p:extLst>
      <p:ext uri="{BB962C8B-B14F-4D97-AF65-F5344CB8AC3E}">
        <p14:creationId xmlns:p14="http://schemas.microsoft.com/office/powerpoint/2010/main" val="4167734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Tm="4000">
        <p159:morph option="byObject"/>
      </p:transition>
    </mc:Choice>
    <mc:Fallback>
      <p:transition spd="slow" advTm="4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615E-9B0F-DC93-A4E7-B2928712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èle 3D 13">
                <a:extLst>
                  <a:ext uri="{FF2B5EF4-FFF2-40B4-BE49-F238E27FC236}">
                    <a16:creationId xmlns:a16="http://schemas.microsoft.com/office/drawing/2014/main" id="{E4B2A708-1183-DD8D-A183-639206F9BCC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2998326"/>
                  </p:ext>
                </p:extLst>
              </p:nvPr>
            </p:nvGraphicFramePr>
            <p:xfrm>
              <a:off x="6096000" y="3429000"/>
              <a:ext cx="381250" cy="41167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81250" cy="411678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3256684" ay="-1740147" az="203925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233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èle 3D 13">
                <a:extLst>
                  <a:ext uri="{FF2B5EF4-FFF2-40B4-BE49-F238E27FC236}">
                    <a16:creationId xmlns:a16="http://schemas.microsoft.com/office/drawing/2014/main" id="{E4B2A708-1183-DD8D-A183-639206F9BCC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3429000"/>
                <a:ext cx="381250" cy="4116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èle 3D 14">
                <a:extLst>
                  <a:ext uri="{FF2B5EF4-FFF2-40B4-BE49-F238E27FC236}">
                    <a16:creationId xmlns:a16="http://schemas.microsoft.com/office/drawing/2014/main" id="{A909B83D-72DD-5379-D642-8208036EFD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8448506"/>
                  </p:ext>
                </p:extLst>
              </p:nvPr>
            </p:nvGraphicFramePr>
            <p:xfrm>
              <a:off x="-7814553" y="3511043"/>
              <a:ext cx="381250" cy="41167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81250" cy="411678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3256684" ay="-1740147" az="203925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233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èle 3D 14">
                <a:extLst>
                  <a:ext uri="{FF2B5EF4-FFF2-40B4-BE49-F238E27FC236}">
                    <a16:creationId xmlns:a16="http://schemas.microsoft.com/office/drawing/2014/main" id="{A909B83D-72DD-5379-D642-8208036EFD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814553" y="3511043"/>
                <a:ext cx="381250" cy="41167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3E55D334-EF06-194B-30AB-C5B29216B8E4}"/>
              </a:ext>
            </a:extLst>
          </p:cNvPr>
          <p:cNvSpPr>
            <a:spLocks/>
          </p:cNvSpPr>
          <p:nvPr/>
        </p:nvSpPr>
        <p:spPr>
          <a:xfrm>
            <a:off x="-14189953" y="-257480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Modèle 3D 16">
                <a:extLst>
                  <a:ext uri="{FF2B5EF4-FFF2-40B4-BE49-F238E27FC236}">
                    <a16:creationId xmlns:a16="http://schemas.microsoft.com/office/drawing/2014/main" id="{4BE13FAE-F409-9E5D-684A-44C6B21B2C9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07648407"/>
                  </p:ext>
                </p:extLst>
              </p:nvPr>
            </p:nvGraphicFramePr>
            <p:xfrm>
              <a:off x="-13564818" y="1541981"/>
              <a:ext cx="4771014" cy="4415567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771014" cy="4415567"/>
                    </a:xfrm>
                    <a:prstGeom prst="rect">
                      <a:avLst/>
                    </a:prstGeom>
                  </am3d:spPr>
                  <am3d:camera>
                    <am3d:pos x="4494" y="461566" z="66772477"/>
                    <am3d:up dx="0" dy="36000000" dz="0"/>
                    <am3d:lookAt x="4494" y="461566" z="0"/>
                    <am3d:perspective fov="671828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54039" ay="1652938" az="3190703"/>
                    <am3d:postTrans dx="0" dy="0" dz="0"/>
                  </am3d:trans>
                  <am3d:raster rName="Office3DRenderer" rVer="16.0.8326">
                    <am3d:blip r:embed="rId5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Modèle 3D 16">
                <a:extLst>
                  <a:ext uri="{FF2B5EF4-FFF2-40B4-BE49-F238E27FC236}">
                    <a16:creationId xmlns:a16="http://schemas.microsoft.com/office/drawing/2014/main" id="{4BE13FAE-F409-9E5D-684A-44C6B21B2C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3564818" y="1541981"/>
                <a:ext cx="4771014" cy="4415567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86AECE8A-F120-B1F7-F3ED-363C81E74676}"/>
              </a:ext>
            </a:extLst>
          </p:cNvPr>
          <p:cNvSpPr/>
          <p:nvPr/>
        </p:nvSpPr>
        <p:spPr>
          <a:xfrm>
            <a:off x="-13910553" y="-138428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B08914-9E7C-7EC0-9D65-385880EEB02F}"/>
              </a:ext>
            </a:extLst>
          </p:cNvPr>
          <p:cNvSpPr/>
          <p:nvPr/>
        </p:nvSpPr>
        <p:spPr>
          <a:xfrm>
            <a:off x="-9422589" y="2657529"/>
            <a:ext cx="897592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</p:spTree>
    <p:extLst>
      <p:ext uri="{BB962C8B-B14F-4D97-AF65-F5344CB8AC3E}">
        <p14:creationId xmlns:p14="http://schemas.microsoft.com/office/powerpoint/2010/main" val="3791646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Tm="500">
        <p159:morph option="byObject"/>
      </p:transition>
    </mc:Choice>
    <mc:Fallback>
      <p:transition spd="slow" advTm="5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AD6B-9C81-B7E5-86FB-83122BBC6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éhabilitation de l'INPHB : plaidoyer pour une contribution des entreprises  privées, &quot;première bénéficiaires&quot; de l'Institut - Abidjan.net News">
            <a:extLst>
              <a:ext uri="{FF2B5EF4-FFF2-40B4-BE49-F238E27FC236}">
                <a16:creationId xmlns:a16="http://schemas.microsoft.com/office/drawing/2014/main" id="{1D26E230-A6FB-6027-6994-EB097477A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3115" y="-1588870"/>
            <a:ext cx="14358026" cy="1075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5BF316-48F2-CD61-8BC8-9FEC88BAD34B}"/>
              </a:ext>
            </a:extLst>
          </p:cNvPr>
          <p:cNvSpPr>
            <a:spLocks/>
          </p:cNvSpPr>
          <p:nvPr/>
        </p:nvSpPr>
        <p:spPr>
          <a:xfrm>
            <a:off x="-17653000" y="-514960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954BE9D7-C8C5-DB79-C439-D59AA2852DB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22161422"/>
                  </p:ext>
                </p:extLst>
              </p:nvPr>
            </p:nvGraphicFramePr>
            <p:xfrm>
              <a:off x="-17027865" y="1284501"/>
              <a:ext cx="4771014" cy="4415567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771014" cy="4415567"/>
                    </a:xfrm>
                    <a:prstGeom prst="rect">
                      <a:avLst/>
                    </a:prstGeom>
                  </am3d:spPr>
                  <am3d:camera>
                    <am3d:pos x="4494" y="461566" z="66772477"/>
                    <am3d:up dx="0" dy="36000000" dz="0"/>
                    <am3d:lookAt x="4494" y="461566" z="0"/>
                    <am3d:perspective fov="671828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54039" ay="1652938" az="3190703"/>
                    <am3d:postTrans dx="0" dy="0" dz="0"/>
                  </am3d:trans>
                  <am3d:raster rName="Office3DRenderer" rVer="16.0.8326">
                    <am3d:blip r:embed="rId5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954BE9D7-C8C5-DB79-C439-D59AA2852DB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7027865" y="1284501"/>
                <a:ext cx="4771014" cy="44155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0D1B0EF-68DC-1335-67F9-B91556867947}"/>
              </a:ext>
            </a:extLst>
          </p:cNvPr>
          <p:cNvSpPr/>
          <p:nvPr/>
        </p:nvSpPr>
        <p:spPr>
          <a:xfrm>
            <a:off x="-17373600" y="-395908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594DD6-37FB-460F-738F-3981F0097F39}"/>
              </a:ext>
            </a:extLst>
          </p:cNvPr>
          <p:cNvSpPr/>
          <p:nvPr/>
        </p:nvSpPr>
        <p:spPr>
          <a:xfrm>
            <a:off x="-12885636" y="2400049"/>
            <a:ext cx="897592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9C17901F-501E-E617-C2E9-6CDCEC64EA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2621537"/>
                  </p:ext>
                </p:extLst>
              </p:nvPr>
            </p:nvGraphicFramePr>
            <p:xfrm>
              <a:off x="0" y="-168272"/>
              <a:ext cx="6879314" cy="7026272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6879314" cy="7026272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164576" ay="434698" az="-7112492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731701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9C17901F-501E-E617-C2E9-6CDCEC64EA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-168272"/>
                <a:ext cx="6879314" cy="70262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6758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Tm="500">
        <p159:morph option="byObject"/>
      </p:transition>
    </mc:Choice>
    <mc:Fallback>
      <p:transition spd="slow" advTm="5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3570-C1AB-7545-820B-0D2AFDF1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016BF7-1A1F-0730-9232-9936A6FEEDCC}"/>
              </a:ext>
            </a:extLst>
          </p:cNvPr>
          <p:cNvSpPr>
            <a:spLocks/>
          </p:cNvSpPr>
          <p:nvPr/>
        </p:nvSpPr>
        <p:spPr>
          <a:xfrm>
            <a:off x="-17653000" y="-514960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42042D80-BAB5-911F-11F6-A73DA20799BE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17027865" y="1284501"/>
              <a:ext cx="4771014" cy="44155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771014" cy="4415567"/>
                    </a:xfrm>
                    <a:prstGeom prst="rect">
                      <a:avLst/>
                    </a:prstGeom>
                  </am3d:spPr>
                  <am3d:camera>
                    <am3d:pos x="4494" y="461566" z="66772477"/>
                    <am3d:up dx="0" dy="36000000" dz="0"/>
                    <am3d:lookAt x="4494" y="461566" z="0"/>
                    <am3d:perspective fov="671828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54039" ay="1652938" az="3190703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42042D80-BAB5-911F-11F6-A73DA20799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7027865" y="1284501"/>
                <a:ext cx="4771014" cy="44155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68020B9-9886-8F00-3E88-433FA1A636DA}"/>
              </a:ext>
            </a:extLst>
          </p:cNvPr>
          <p:cNvSpPr/>
          <p:nvPr/>
        </p:nvSpPr>
        <p:spPr>
          <a:xfrm>
            <a:off x="-17373600" y="-395908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0053C-F588-3CED-FFCC-68AC2AA37794}"/>
              </a:ext>
            </a:extLst>
          </p:cNvPr>
          <p:cNvSpPr/>
          <p:nvPr/>
        </p:nvSpPr>
        <p:spPr>
          <a:xfrm>
            <a:off x="-12885636" y="2400049"/>
            <a:ext cx="897592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04D1A25F-11E2-1413-4E50-16127D755A1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1544691"/>
                  </p:ext>
                </p:extLst>
              </p:nvPr>
            </p:nvGraphicFramePr>
            <p:xfrm>
              <a:off x="6967397" y="-278773"/>
              <a:ext cx="5372751" cy="535764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372751" cy="5357643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125501" ay="-5040393" az="-211654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73170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04D1A25F-11E2-1413-4E50-16127D755A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67397" y="-278773"/>
                <a:ext cx="5372751" cy="53576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050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Tm="500">
        <p159:morph option="byObject"/>
      </p:transition>
    </mc:Choice>
    <mc:Fallback>
      <p:transition spd="slow" advTm="5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3F32-25FE-2BDF-7630-91123879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57DF31-83EC-6B72-638B-ECD88274F867}"/>
              </a:ext>
            </a:extLst>
          </p:cNvPr>
          <p:cNvSpPr>
            <a:spLocks/>
          </p:cNvSpPr>
          <p:nvPr/>
        </p:nvSpPr>
        <p:spPr>
          <a:xfrm>
            <a:off x="-17653000" y="-514960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01799D9A-B855-3EDA-8032-34AC516813F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17027865" y="1284501"/>
              <a:ext cx="4771014" cy="44155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771014" cy="4415567"/>
                    </a:xfrm>
                    <a:prstGeom prst="rect">
                      <a:avLst/>
                    </a:prstGeom>
                  </am3d:spPr>
                  <am3d:camera>
                    <am3d:pos x="4494" y="461566" z="66772477"/>
                    <am3d:up dx="0" dy="36000000" dz="0"/>
                    <am3d:lookAt x="4494" y="461566" z="0"/>
                    <am3d:perspective fov="671828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54039" ay="1652938" az="3190703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01799D9A-B855-3EDA-8032-34AC516813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7027865" y="1284501"/>
                <a:ext cx="4771014" cy="44155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D480318-C233-746D-F0DB-C4379466C9CB}"/>
              </a:ext>
            </a:extLst>
          </p:cNvPr>
          <p:cNvSpPr/>
          <p:nvPr/>
        </p:nvSpPr>
        <p:spPr>
          <a:xfrm>
            <a:off x="-17373600" y="-395908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34A1D-B210-B622-64A3-50EA0D49235F}"/>
              </a:ext>
            </a:extLst>
          </p:cNvPr>
          <p:cNvSpPr/>
          <p:nvPr/>
        </p:nvSpPr>
        <p:spPr>
          <a:xfrm>
            <a:off x="-12885636" y="2400049"/>
            <a:ext cx="897592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8495EF7A-7366-F80E-D5FC-2B43A6084AA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5984077"/>
                  </p:ext>
                </p:extLst>
              </p:nvPr>
            </p:nvGraphicFramePr>
            <p:xfrm>
              <a:off x="0" y="856846"/>
              <a:ext cx="5856124" cy="6001154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856124" cy="6001154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5455813" ay="-358364" az="5932733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731701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8495EF7A-7366-F80E-D5FC-2B43A6084AA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856846"/>
                <a:ext cx="5856124" cy="60011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0249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Tm="500">
        <p159:morph option="byObject"/>
      </p:transition>
    </mc:Choice>
    <mc:Fallback>
      <p:transition spd="slow" advTm="5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3ED74-DD10-FB3D-0612-E24CE032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121754-2101-7DB9-63FA-60F3054C93DD}"/>
              </a:ext>
            </a:extLst>
          </p:cNvPr>
          <p:cNvSpPr>
            <a:spLocks/>
          </p:cNvSpPr>
          <p:nvPr/>
        </p:nvSpPr>
        <p:spPr>
          <a:xfrm>
            <a:off x="-17653000" y="-514960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CA87915B-902A-4CE2-E4E2-7778EC08088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17027865" y="1284501"/>
              <a:ext cx="4771014" cy="44155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771014" cy="4415567"/>
                    </a:xfrm>
                    <a:prstGeom prst="rect">
                      <a:avLst/>
                    </a:prstGeom>
                  </am3d:spPr>
                  <am3d:camera>
                    <am3d:pos x="4494" y="461566" z="66772477"/>
                    <am3d:up dx="0" dy="36000000" dz="0"/>
                    <am3d:lookAt x="4494" y="461566" z="0"/>
                    <am3d:perspective fov="671828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54039" ay="1652938" az="3190703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CA87915B-902A-4CE2-E4E2-7778EC0808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7027865" y="1284501"/>
                <a:ext cx="4771014" cy="44155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5D88721-24C5-2F70-1911-DEEA71118DAA}"/>
              </a:ext>
            </a:extLst>
          </p:cNvPr>
          <p:cNvSpPr/>
          <p:nvPr/>
        </p:nvSpPr>
        <p:spPr>
          <a:xfrm>
            <a:off x="-17373600" y="-395908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FE4BD8-9671-9268-0E6C-0A218A51563A}"/>
              </a:ext>
            </a:extLst>
          </p:cNvPr>
          <p:cNvSpPr/>
          <p:nvPr/>
        </p:nvSpPr>
        <p:spPr>
          <a:xfrm>
            <a:off x="-12885636" y="2400049"/>
            <a:ext cx="897592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5121E3E1-4696-42E2-13DB-F2793F7FC2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9754031"/>
                  </p:ext>
                </p:extLst>
              </p:nvPr>
            </p:nvGraphicFramePr>
            <p:xfrm>
              <a:off x="0" y="-1078703"/>
              <a:ext cx="6007034" cy="6186028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6007034" cy="6186028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173150" ay="1161286" az="1059023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731701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5121E3E1-4696-42E2-13DB-F2793F7FC2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-1078703"/>
                <a:ext cx="6007034" cy="618602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1218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Tm="500">
        <p159:morph option="byObject"/>
      </p:transition>
    </mc:Choice>
    <mc:Fallback>
      <p:transition spd="slow" advTm="5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C5EC2-8727-31CE-224A-32D70F51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F21323-432F-7D0D-D3B0-BEC9639775C7}"/>
              </a:ext>
            </a:extLst>
          </p:cNvPr>
          <p:cNvSpPr>
            <a:spLocks/>
          </p:cNvSpPr>
          <p:nvPr/>
        </p:nvSpPr>
        <p:spPr>
          <a:xfrm>
            <a:off x="-17653000" y="-514960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F8CA8B81-0063-9B55-C625-491D52BA578A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17027865" y="1284501"/>
              <a:ext cx="4771014" cy="44155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771014" cy="4415567"/>
                    </a:xfrm>
                    <a:prstGeom prst="rect">
                      <a:avLst/>
                    </a:prstGeom>
                  </am3d:spPr>
                  <am3d:camera>
                    <am3d:pos x="4494" y="461566" z="66772477"/>
                    <am3d:up dx="0" dy="36000000" dz="0"/>
                    <am3d:lookAt x="4494" y="461566" z="0"/>
                    <am3d:perspective fov="671828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54039" ay="1652938" az="3190703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F8CA8B81-0063-9B55-C625-491D52BA57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7027865" y="1284501"/>
                <a:ext cx="4771014" cy="44155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2A0DB64-9338-939B-FAB0-2CABE6EC9B09}"/>
              </a:ext>
            </a:extLst>
          </p:cNvPr>
          <p:cNvSpPr/>
          <p:nvPr/>
        </p:nvSpPr>
        <p:spPr>
          <a:xfrm>
            <a:off x="-17373600" y="-395908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6D470-5045-4DD5-606F-C14C6DA2DD51}"/>
              </a:ext>
            </a:extLst>
          </p:cNvPr>
          <p:cNvSpPr/>
          <p:nvPr/>
        </p:nvSpPr>
        <p:spPr>
          <a:xfrm>
            <a:off x="-12885636" y="2400049"/>
            <a:ext cx="897592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98F3DF5E-ADA5-0636-203A-63D52D212D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4831424"/>
                  </p:ext>
                </p:extLst>
              </p:nvPr>
            </p:nvGraphicFramePr>
            <p:xfrm>
              <a:off x="6136626" y="-1227160"/>
              <a:ext cx="6055374" cy="630357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6055374" cy="6303570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659852" ay="4068577" az="8783565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73170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98F3DF5E-ADA5-0636-203A-63D52D212D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6626" y="-1227160"/>
                <a:ext cx="6055374" cy="63035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615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Tm="500">
        <p159:morph option="byObject"/>
      </p:transition>
    </mc:Choice>
    <mc:Fallback>
      <p:transition spd="slow" advTm="5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29160-CC62-8F38-8476-4179624E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E94DD1-7012-C113-45FD-B7AC16F365C5}"/>
              </a:ext>
            </a:extLst>
          </p:cNvPr>
          <p:cNvSpPr>
            <a:spLocks/>
          </p:cNvSpPr>
          <p:nvPr/>
        </p:nvSpPr>
        <p:spPr>
          <a:xfrm>
            <a:off x="-17653000" y="-514960"/>
            <a:ext cx="13516935" cy="737296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fr-FR" b="1" dirty="0">
              <a:ln/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089F9A70-2E63-8E47-4FD8-2FCDF0F02AF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17027865" y="1284501"/>
              <a:ext cx="4771014" cy="44155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771014" cy="4415567"/>
                    </a:xfrm>
                    <a:prstGeom prst="rect">
                      <a:avLst/>
                    </a:prstGeom>
                  </am3d:spPr>
                  <am3d:camera>
                    <am3d:pos x="4494" y="461566" z="66772477"/>
                    <am3d:up dx="0" dy="36000000" dz="0"/>
                    <am3d:lookAt x="4494" y="461566" z="0"/>
                    <am3d:perspective fov="671828"/>
                  </am3d:camera>
                  <am3d:trans>
                    <am3d:meterPerModelUnit n="106378" d="1000000"/>
                    <am3d:preTrans dx="0" dy="35465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54039" ay="1652938" az="3190703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089F9A70-2E63-8E47-4FD8-2FCDF0F02A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7027865" y="1284501"/>
                <a:ext cx="4771014" cy="44155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701D8AC-A470-73E1-DF96-4D6699622468}"/>
              </a:ext>
            </a:extLst>
          </p:cNvPr>
          <p:cNvSpPr/>
          <p:nvPr/>
        </p:nvSpPr>
        <p:spPr>
          <a:xfrm>
            <a:off x="-17373600" y="-395908"/>
            <a:ext cx="89759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 TRÈFLE VOUS PRÉSENTE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E9FF36-F6EF-69D4-5B29-80921A046EB3}"/>
              </a:ext>
            </a:extLst>
          </p:cNvPr>
          <p:cNvSpPr/>
          <p:nvPr/>
        </p:nvSpPr>
        <p:spPr>
          <a:xfrm>
            <a:off x="-12885636" y="2400049"/>
            <a:ext cx="897592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 ELECTRONIQUE PROGRAMMABLE XIX- JEU CONCOURS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1CC09144-AFDD-4986-DB0C-FA4BDDAF09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1920159"/>
                  </p:ext>
                </p:extLst>
              </p:nvPr>
            </p:nvGraphicFramePr>
            <p:xfrm>
              <a:off x="232521" y="235982"/>
              <a:ext cx="5125920" cy="5184167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125920" cy="5184167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0783" ay="-52503" az="-217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73170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1CC09144-AFDD-4986-DB0C-FA4BDDAF09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521" y="235982"/>
                <a:ext cx="5125920" cy="51841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8709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Tm="500">
        <p159:morph option="byObject"/>
      </p:transition>
    </mc:Choice>
    <mc:Fallback>
      <p:transition spd="slow" advTm="500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117</Words>
  <Application>Microsoft Office PowerPoint</Application>
  <PresentationFormat>Grand écran</PresentationFormat>
  <Paragraphs>42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C3 Adou</dc:creator>
  <cp:lastModifiedBy>C3 Adou</cp:lastModifiedBy>
  <cp:revision>1</cp:revision>
  <dcterms:created xsi:type="dcterms:W3CDTF">2026-04-22T14:03:19Z</dcterms:created>
  <dcterms:modified xsi:type="dcterms:W3CDTF">2026-04-22T16:32:49Z</dcterms:modified>
</cp:coreProperties>
</file>